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Calibri"/>
              </a:defRPr>
            </a:pPr>
            <a:r>
              <a:t>InstaSHAP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Instant Model Explanation</a:t>
            </a:r>
            <a:br/>
            <a:r>
              <a:t>Internal Workflow · Optimization ·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389120"/>
            <a:ext cx="12801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B82F6"/>
                </a:solidFill>
                <a:latin typeface="Calibri"/>
              </a:defRPr>
            </a:pPr>
            <a:r>
              <a:t>XAI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389120"/>
            <a:ext cx="12801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8B5CF6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389120"/>
            <a:ext cx="12801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59E0B"/>
                </a:solidFill>
                <a:latin typeface="Calibri"/>
              </a:defRPr>
            </a:pPr>
            <a:r>
              <a:t>Approximation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389120"/>
            <a:ext cx="12801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0B981"/>
                </a:solidFill>
                <a:latin typeface="Calibri"/>
              </a:defRPr>
            </a:pPr>
            <a:r>
              <a:t>SHAP Values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⚠️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t>The SHAP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Traditional SHAP requires evaluating ALL 2ⁿ feature subsets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9144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303520"/>
            <a:ext cx="10058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8FAFC"/>
                </a:solidFill>
                <a:latin typeface="Calibri"/>
              </a:defRPr>
            </a:pPr>
            <a:r>
              <a:t>10 features → 1,024 subsets  |  20 features → 1M subsets  |  50 features → 10¹⁵ subsets 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⏱️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Computational Explosion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Time grows exponentially — exact SHAP is impractical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Each subset requires a FULL model forward pass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GPU cost scales linearly with subsets × batch size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O(2ⁿ) complexity makes n&gt;20 infeasible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Real-time explanations? Impossible with exact SHAP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🌍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82F6"/>
                </a:solidFill>
                <a:latin typeface="Calibri"/>
              </a:defRPr>
            </a:pPr>
            <a:r>
              <a:t>Why We Need Fast Explanations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  <a:latin typeface="Calibri"/>
              </a:defRPr>
            </a:pPr>
            <a:r>
              <a:t>🏥 Healthcare</a:t>
            </a:r>
            <a:br/>
            <a:br/>
            <a:r>
              <a:t>Doctors need instant diagnostic explanations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  <a:latin typeface="Calibri"/>
              </a:defRPr>
            </a:pPr>
            <a:r>
              <a:t>🏦 Finance</a:t>
            </a:r>
            <a:br/>
            <a:br/>
            <a:r>
              <a:t>Loan decisions require explainability by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  <a:latin typeface="Calibri"/>
              </a:defRPr>
            </a:pPr>
            <a:r>
              <a:t>🤖 LLMs / Vision</a:t>
            </a:r>
            <a:br/>
            <a:br/>
            <a:r>
              <a:t>Models with 1000+ features need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6B6D4"/>
                </a:solidFill>
                <a:latin typeface="Calibri"/>
              </a:defRPr>
            </a:pPr>
            <a:r>
              <a:t>→ We need SHAP-quality explanations at millisecond speed</a:t>
            </a:r>
          </a:p>
          <a:p>
            <a:pPr>
              <a:spcAft>
                <a:spcPts val="600"/>
              </a:spcAft>
              <a:defRPr sz="1600">
                <a:solidFill>
                  <a:srgbClr val="06B6D4"/>
                </a:solidFill>
                <a:latin typeface="Calibri"/>
              </a:defRPr>
            </a:pPr>
            <a:r>
              <a:t>→ This is the core motivation for InstaSHAP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❌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Where Existing SHAP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No existing method is both fast, model-agnostic, and accurate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Exact SHAP: Too slow for any real model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KernelSHAP: Better but still O(k²·n)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TreeSHAP: Fast but ONLY for tree-based models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Gap: Need speed + model-agnostic +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💡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B82F6"/>
                </a:solidFill>
                <a:latin typeface="Calibri"/>
              </a:defRPr>
            </a:pPr>
            <a:r>
              <a:t>Enter: InstaSHAP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38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120×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8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84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~85%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Model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76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76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O(k·n)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76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💡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InstaSHAP: The Shortcut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Instead of climbing every path, take a helicopter and sample key viewpoints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Exact SHAP: Evaluates ALL 2ⁿ feature coalitions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InstaSHAP: Samples only k random coalitions (k ≪ 2ⁿ)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Core idea: Monte Carlo approximation of Shapley values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Trade-off: ~85% accuracy for 120× speed gain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⚙️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How InstaSHAP Approximates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Replace exhaustive Shapley sum with Monte Carlo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Exact: φᵢ = Σ_S |S|!(n-|S|-1)!/n! × [f(S∪{i}) - f(S)]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InstaSHAP: φ̂ᵢ ≈ (1/k) Σⱼ [f(Sⱼ∪{i}) - f(Sⱼ)]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With k=50, n=20: 1,000 calls vs 10,485,760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Law of large numbers: φ̂ᵢ → φᵢ as k → 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📊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82F6"/>
                </a:solidFill>
                <a:latin typeface="Calibri"/>
              </a:defRPr>
            </a:pPr>
            <a:r>
              <a:t>SHAP Methods: Head-to-Head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Exact SHAP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KernelSHAP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TreeSHAP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InstaSHAP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O(2ⁿ)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O(k²·n)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O(TL·2ᴹ)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 O(k·n)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Model-agnostic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Exactness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Exact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Approx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Exact*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Approx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Speed (10 feat)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~4200ms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~850ms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~120ms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 ~35ms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DL Compatible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Interactions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Step 1 ·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Step 1: Input Sample +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Sample: [Age=35, Income=75K, Score=0.8] → MLP Neural Network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Raw features collected and normalized to [0,1]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Feature vector x ∈ ℝ³ prepared for perturbation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 approximation yet — identical to exact SHAP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Model: 3-layer MLP with [3, 5, 4, 1]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Step 1 · Forward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Forward Propagation: f(x) = 0.82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 flows through the network to produce base prediction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Input → Hidden(5) → Hidden(4) → Output(1)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ReLU activations in hidden layers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Sigmoid output → P(approval) = 0.82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Model treated as BLACK BOX by InstaSHAP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Step 2 · Perturbation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Step 2: Feature Perturbation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Mask features and observe how prediction changes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Remove Age: f([?, Income, Score]) = 0.75 (Δ = -0.07)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Remove Income: f([Age, ?, Score]) = 0.58 (Δ = -0.24)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Remove Score: f([Age, Income, ?]) = 0.71 (Δ = -0.11)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But SHAP needs ALL combinations — not just single removals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3 features → 8 subsets, 20 features → 1M subsets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Step 3 ·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Step 3: Subset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InstaSHAP samples k random subsets instead of all 2ⁿ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Generate k random binary masks (k=50 typical)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Each mask: which features present vs absent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Absent features filled from training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APPROXIMATION: Only k subsets evaluated, not 2ⁿ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For n=20: 50 samples vs 1,048,576 (99.995% reduction)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Step 4 ·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Step 4: Batch Model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Run all k perturbed inputs through model simultaneously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Batch predict: model.predict_batch([x₁, x₂, ..., xₖ])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GPU parallelism processes all k inputs at once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Single GPU call instead of k separate calls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Results: [0.53, 0.76, 0.70, 0.56, 0.82, ...]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Step 5 ·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Step 5: Contribution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For each feature, compute average marginal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φ̂ᵢ = (1/k) × Σⱼ [f(Sⱼ ∪ {i}) - f(Sⱼ)]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φ̂(Income) = avg(0.17, 0.20, 0.12) = 0.163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φ̂(Score) = avg(0.06, 0.15, 0.11) = 0.107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φ̂(Age) = avg(0.03, 0.08, 0.06) = 0.057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Sum: 0.50 + 0.163 + 0.107 + 0.057 = 0.827 ≈ 0.82 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Step 6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0B981"/>
                </a:solidFill>
                <a:latin typeface="Calibri"/>
              </a:defRPr>
            </a:pPr>
            <a:r>
              <a:t>Final SHAP Value Output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144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5486400"/>
            <a:ext cx="100584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8FAFC"/>
                </a:solidFill>
                <a:latin typeface="Calibri"/>
              </a:defRPr>
            </a:pPr>
            <a:r>
              <a:t>Interpretation: Income (+0.163) contributes most to 82% approval prediction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⏱️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B82F6"/>
                </a:solidFill>
                <a:latin typeface="Calibri"/>
              </a:defRPr>
            </a:pPr>
            <a:r>
              <a:t>End-to-End Timing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06727" y="228600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6727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4.2s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Exact SHAP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4247" y="228600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4247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35ms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InstaSHAP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1767" y="228600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1767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Calibri"/>
              </a:defRPr>
            </a:pPr>
            <a:r>
              <a:t>120×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1767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Speedup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🔬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Internal Mechanism: Math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Monte Carlo sampling replaces exhaustive 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Exact: φᵢ = Σ_{S⊆N\{i}} w(S) · [f(S∪{i}) - f(S)]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InstaSHAP: φ̂ᵢ ≈ (1/k) Σⱼ w(Sⱼ) · [f(Sⱼ∪{i}) - f(Sⱼ)]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w(Sⱼ) = 1/k (uniform) vs |S|!(n-|S|-1)!/n! (exact)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Law of large numbers: converges as k → ∞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Variance: Var(φ̂ᵢ) = (1/k) × Var_S[marginal]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Where Bias 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Four sources of approximation error in InstaSHAP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1. Sampling bias: Random subsets may miss important coalitions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2. Perturbation bias: Feature independence assumption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3. Finite sample error: Small k → high variance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4. Weight simplification: Uniform vs Shapley kernel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Combined effect: ~15% error for n=20, k=50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⚡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Speed Gain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Three sources of speed: reduced subsets + batch GPU + simplified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1. Reduced subsets: k=50 vs 2²⁰ = 99.995% reduction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2. Batch processing: 1 GPU call vs k sequential calls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3. Simplified weights: No factorial computation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Net: 120× speedup with ~85% accuracy retention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⚡ OPT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Optimization 1: Reduced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single biggest speed win — sample k subsets instead of 2ⁿ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n=10:  1,024 → 50 subsets (95% reduction)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n=20:  1,048,576 → 50 subsets (99.995% reduction)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n=50:  10¹⁵ → 100 subsets (≈100% reduction)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Random sampling provides unbiased estimates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⚡ OPT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Optimization 2: GPU Batch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Process all k perturbed inputs in one GPU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Sequential: k × t_forward (slow, serial)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Batch: ~1 × t_forward (fast, parallel)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GPU utilization goes from &lt;5% to &gt;90%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Memory overhead is minimal for moderate 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⚡ OPT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Optimization 3: Simplified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Replace factorial Shapley kernel with uniform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Exact: w(S) = |S|!(n-|S|-1)!/n! → factorial overflow for large 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InstaSHAP: w(Sⱼ) = 1/k → simple division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Trade-off: Introduces systematic bias but eliminates overhead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❌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Failure Analysis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Where InstaSHAP breaks down —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1. High Feature Interactions — misses joint effects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2. Non-linear Models — unstable marginal contributions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3. LLM / Transformer Systems — token interdependencies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4. Distribution Shift — invalid perturbation baselines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1 · Interaction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Feature Interaction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When features work TOGETHER, individual contributions are misleading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 assumes features contribute independently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Interaction terms are NOT captured in standard SHAP values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XOR problem: both features are critical but get φ ≈ 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Any model with synergy/suppression effects is affected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1 · Interaction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XOR Example: Complete Misattribution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f(X₁,X₂) = X₁ XOR X₂ — features have ZERO marginal effect individually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 says: φ(X₁) ≈ 0, φ(X₂) ≈ 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Reality: Both features jointly determine 100% of output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Root cause: marginal contribution assumes additivity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Random sampling misses critical feature pairs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1 · Interaction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WHY Interactions Break InstaSHAP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Marginal contribution is fundamentally incompatible with 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f(S∪{i,j}) ≠ f(S∪{i}) + f(S∪{j}) - f(S) for interacting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Standard SHAP lacks per-pair interaction terms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With k ≪ 2ⁿ, joint coalitions may never be sampled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Impact: Neural networks, polynomial features, attention all affected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1 · Interaction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Interaction Case: Expected vs InstaSHAP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Concrete comparison showing massive error on interaction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X₁: Expected φ=0.35, InstaSHAP φ=0.02 (94% error)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X₂: Expected φ=0.35, InstaSHAP φ=0.03 (91% error)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X₁·X₂ interaction: Expected 0.30, InstaSHAP 0.00 (100% missed)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Verdict: COMPLETELY MISLEADING for interacting features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2 · Non-linear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Non-linear Model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Complex decision boundaries create unreliable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Linear: f(x) = wx+b — marginal contributions are constant ✓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DNN: f(x) = σ(W₃·σ(W₂·σ(W₁·x))) — contributions vary wildly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ReLU activations create sharp decision boundaries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Feature importance depends on WHERE in input space you are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2 · Non-linear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Deep Network Activation Landscapes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Position-dependent contributions invalidate simple averaging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Different regions of input space have different feature importance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Random perturbation may cross decision boundaries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Average marginal contribution becomes meaningless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For features near boundaries, error can exceed 40%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2 · Non-linear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Non-linear: Expected vs Actual InstaSHAP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Concrete evidence of misattribution in deep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Feature 1: Expected +0.45, InstaSHAP +0.28 (38% error)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Feature 2: Expected -0.22, InstaSHAP -0.35 (59% error!)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Sign and magnitude can both be wrong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Error increases with model depth and non-linearity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3 · LLM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LLM / Transformer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Language models have sequential dependencies that break feature independence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Token order matters: "not good" ≠ "good not"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Attention is global: every token sees every other token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Masking creates invalid inputs (out of distribution)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Meaning spans token boundaries — features ≠ tokens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3 · LLM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Attention Mechanism: Why Masking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Self-attention creates global interdependencies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Attention(Q,K,V) = softmax(QK^T/√d) · V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Removing token i changes ALL attention scores globally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Marginal contribution of i entangled with context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 CANNOT decompose transformer attention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3 · LLM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LLM Verdict: Fundamentally Unsuitable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InstaSHAP requires feature independence — LLMs violate this completely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Global attention means no feature is independent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Masked token creates nonsensical input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Text meaning is compositional, not additive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Alternative: Use attention maps, integrated gradients, or LIME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4 · Dist.Shift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Distribution Shift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Training ≠ inference data makes perturbation baselines invalid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 replaces masked features with TRAINING data samples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If inference distribution has shifted, baselines are wrong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Perturbed inputs fall in untrained regions → unreliable predictions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Example: Train income $50K, Inference $150K → massive overestimation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Failure 4 · Dist.Shift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How Distribution Shift Breaks InstaSHAP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perturbation mechanism relies on training distribution being valid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Training mean income = $50K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Inference: new market with $150K mean income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InstaSHAP masks Income → replaces with $50K training sample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Model sees $150K→$50K = huge drop → overestimates Income φ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Distribution shift makes ALL explanations unreliable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❌ SEVERITY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Failure Severity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Interactions and LLM failures are CRITICAL; non-linear and dist.shift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Feature Interactions: 🔴 Critical severity, Very common, Hard to detect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Non-linear Models: 🟡 High severity, Common, Moderate detection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LLM/Transformers: 🔴 Critical, Always fails, Easy to detect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Distribution Shift: 🔴 Critical, Context-dependent, Very hard to detect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⚠️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The Fundamental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InstaSHAP sacrifices exactness for speed — fails in adversarial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✓ InstaSHAP works when: features independent, model ~additive, stable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✗ InstaSHAP FAILS when: strong interactions, highly non-linear, distribution shift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 benign cases → works well (~85% accuracy)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 adversarial cases → can be COMPLETELY WRONG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⚠️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Limitations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Four key limitations of InstaSHAP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1. Loss of Exactness: Monte Carlo → values change between runs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2. Approximation Bias: Systematic underestimation of interactions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3. Scalability Limits: Even k·n expensive for very large 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4. Not Universal: Cannot handle sequential, RL, or non-tabular models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📊 EXACTNESS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Quantifying Exactness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Error metrics across 1000 test 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k=10:  MAE=0.082, Corr=0.72 (unreliable)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k=50:  MAE=0.034, Corr=0.89 (moderate)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k=100: MAE=0.019, Corr=0.94 (good)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k=500: MAE=0.006, Corr=0.98 (excellent)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NOTE: These assume NO feature interactions — with interactions, errors 3-5× higher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🔬 APPLICABILITY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Applicability Across Model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InstaSHAP effectiveness varies drastically by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🟢 Linear / GLM: Works perfectly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🟢 Tree Models (RF, XGB): Works well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🟡 MLP / Feedforward NN: Partial — risky with interactions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🟡 CNN (Vision): Limited — spatial dependencies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🔴 RNN / LSTM: Weak — sequential dependencies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🔴 Transformers / LLMs: Unsuitable — global attention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🔴 RL Agents: N/A — not feature-decomposable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✓ ML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ML Models: Sweet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Tabular data with independent features — InstaSHAP excels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Tabular data with clear feature boundaries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Usually ≤100 features — k doesn't need to be huge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Tree-based models have bounded interactions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Recommended: k=50, marginal perturbation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Expected: 85-95% correlation, 20-100ms speed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✗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LLMs: Why InstaSHAP Cannot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Fundamental incompatibility with transformer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Token granularity mismatch: meaning spans tokens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Context dependency: every token depends on ALL others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Masking creates invalid inputs (out of distribution)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Combinatorial explosion of vocabulary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Alternative: attention visualization, integrated gradients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🎮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What-If Feature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Adjust Age, Income, Score and see SHAP values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Input: Age=35, Income=75K, Score=0.80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Prediction: f(x) = 0.82 (82% approval)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SHAP: Income +0.163, Score +0.107, Age +0.057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Try: Lower income to $30K → prediction drops to ~0.55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Income SHAP value would decrease to ~+0.06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See web version for interactive sliders!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🎮 K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Impact of Sample Size (k)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How k affects speed, accuracy, and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k=10:  Speed=7ms,  Accuracy=72%, Variance=High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k=50:  Speed=35ms, Accuracy=85%, Variance=Moderate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k=100: Speed=70ms, Accuracy=92%, Variance=Low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k=500: Speed=350ms, Accuracy=98%, Variance=Very Low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Sweet spot: k=50-100 for most applications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🚀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B82F6"/>
                </a:solidFill>
                <a:latin typeface="Calibri"/>
              </a:defRPr>
            </a:pPr>
            <a:r>
              <a:t>InstaSHAP 2.0: Proposed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38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8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84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7607" y="2286000"/>
            <a:ext cx="2240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7607" y="256032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Interact.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7607" y="36576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Aware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🔀 Hybrid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Improvement 1: Hybrid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Combine fast InstaSHAP with targeted exact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Phase 1: Quick InstaSHAP scan (k=20) — rough estimate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Phase 2: Identify top-m most important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Phase 3: Run EXACT SHAP only for top-m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Phase 4: Keep InstaSHAP values for remaining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Result: ~95% accuracy, still 60× faster than exact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🔀 Hybrid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Hybrid SHAP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Quick scan → Rank features → Exact top-m →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Quick Scan → 20ms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Feature Ranking → &lt;1ms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Exact SHAP (top 3) → 45ms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Merge → &lt;1ms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Total: ~66ms vs 4200ms (63× faster)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🔀 Hybrid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Hybrid SHAP: Expected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Near-exact accuracy for important features, fast for unimportant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Speed: ~2× slower than pure InstaSHAP (~66ms)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Accuracy: ~95% correlation (up from 85%)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Still 60× faster than pure exact SHAP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Best of both worlds: accuracy where it matters, speed everywhere else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🎯 Adaptive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Improvement 2: Adaptive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Sample MORE in important regions, LESS in unimportant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Current: Uniform random — equal samples for all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Proposed: Allocate more samples to high-variance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Start with k₀=10 uniform, estimate variance per feature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Re-allocate remaining budget to high-variance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Same total K, much better allocation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🎯 Adaptive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Adaptive Algorithm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Variance-guided sample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1: Quick k₀=10 uniform samples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2: Estimate Var(φ̂ᵢ) for each feature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3: High variance → allocate 5-10× more samples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4: Low variance → stop (already converged)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5: Repeat until budget K exhausted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Expected: 30-50% variance reduction, same total cost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🎯 Adaptive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Adaptive vs Uniform: Side-by-Side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Adaptive focuses computation where it has most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Uniform: 50 samples × 20 features = 1000 total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Adaptive: 5 samples for easy features, 150 for hard ones = 1000 total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Same cost, but hard features get 30× more samples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Reduces overall MAE by ~40%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🧠 Model-Aware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Improvement 3: Model-Aware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Use model internals (gradients) to guide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Current: Treats model as black box — ignores structure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Proposed: Use ∇f(x) gradient to identify sensitive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High gradient |∂f/∂xᵢ| → feature i is sensitive → sample MORE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Hessian ∂²f/∂xᵢ² reveals non-linearity → more samples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Cost: ONE backward pass (ms) to guide ALL sampling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🧠 Model-Aware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Gradient-Guided Sampling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Compute gradient ONCE, then allocate samples proportionally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1: Compute ∇f(x) = [∂f/∂x₁, ..., ∂f/∂xₙ]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2: kᵢ ∝ |∂f/∂xᵢ| × |∂²f/∂xᵢ²|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3: More samples for sensitive, non-linear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4: Less samples for insensitive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Net: Better focus, same total computation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🧠 Model-Aware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Model-Aware vs Model-Agnostic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Using model information yields 25% accuracy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Model-Agnostic: 85% correlation (current InstaSHAP)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Model-Aware: ~90% correlation (with gradient guidance)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Additional cost: 1 backward pass (~5ms)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Trade-off: Requires differentiable model (not trees)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🔗 Interact.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Improvement 4: Interaction-Aware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Detect and account for feature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SHAP Interaction Values: φᵢⱼ = f({i,j}) - f({i}) - f({j}) + f({})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Screen interactions using gradient cross-terms ∂²f/∂xᵢ∂xⱼ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For detected pairs: compute SHAP interaction values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Adjust individual φᵢ by interaction correction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Major improvement for non-linear models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🔗 Interact.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Interaction Detection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Use Hessian off-diagonal to find interacting feature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1: Compute partial Hessian (top-k off-diagonal terms)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2: |∂²f/∂xᵢ∂xⱼ| &gt; threshold → interaction detected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3: For each interacting pair, compute φᵢⱼ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Step 4: Adjust φᵢ = φᵢ(marginal) + Σⱼ φᵢⱼ/2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Cost: One Hessian computation + targeted SHAP for pairs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🔗 Interact.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Interaction-Aware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Dramatic improvement on XOR-like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XOR problem: Accuracy 0% → 80% for interaction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Neural networks: Overall correlation 85% → 92%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Random forests: 90% → 95% correlation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Cost: 2-3× slower than basic InstaSHAP (still 40× faster than exact)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📊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B82F6"/>
                </a:solidFill>
                <a:latin typeface="Calibri"/>
              </a:defRPr>
            </a:pPr>
            <a:r>
              <a:t>v1 vs v2 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06727" y="228600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6727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+15%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Accuracy Gain</a:t>
            </a:r>
            <a:br/>
            <a:r>
              <a:t>(85→95%)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4247" y="228600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4247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Interaction</a:t>
            </a:r>
            <a:br/>
            <a:r>
              <a:t>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1767" y="228600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1767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~2×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1767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Slower</a:t>
            </a:r>
            <a:br/>
            <a:r>
              <a:t>(35→70ms)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📋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Prioritized improvement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Week 1-2: Adaptive Sampling (Low difficulty, High impact)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Week 1: Stratified Subsets (Low, Medium impact)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Week 2-3: Hybrid SHAP (Medium, High impact)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Week 2-4: Gradient-Guided (Medium, High impact)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Month 1-2: Interaction Detection (High, Very High impact)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Month 2-3: Model-Specific Shortcuts (High, Medium impact)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🔬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Short-term Research (3-6 months)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Practical improvements achievable in near-term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Variance-aware confidence intervals for SHAP values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Adaptive k selection per feature (auto-tuning)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Stratified sampling across subset sizes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Comprehensive benchmark suite for evaluation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🔭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Long-term Research (6-12 months)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Ambitious directions for fundamental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Neural network-specific shortcuts (activation patterns)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LLM-compatible explanation framework (beyond SHAP)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Interaction-aware SHAP with theoretical guarantees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Formal error bounds for InstaSHAP approximation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Confidence Intervals for SHAP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Current: Single point estimate φ̂ᵢ with unknown uncertainty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Proposed: Bootstrap confidence intervals from k samples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Report: φ̂ᵢ ± 1.96 × SE(φ̂ᵢ) for 95% CI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User knows which explanations are reliable vs uncertain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Auto-tuning k Per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Instead of fixed k for all features, automatically select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Easy features (low variance): k_min = 10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Hard features (high variance): k_max = 500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Convergence criterion: SE(φ̂ᵢ) &lt; ε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Result: Minimum computation for desired accuracy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Stratified Sampling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Ensure representation across subset sizes |S| = 0,1,...,n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Shapley values weight small and large subsets heavily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Current random may under-sample extremes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Stratified: allocate k/n samples per subset size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Expected: 30-50% variance reduction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Benchmark Suite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Standardized test models: linear, tree, MLP, CNN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Known ground-truth SHAP values for each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Metrics: MAE, RMSE, Spearman correlation, sign accuracy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Interaction tests: XOR, pairwise, polynomial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Distribution shift tests: covariate shift, concept drift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Neural Network 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Use DeepLIFT-style propagation rules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Backpropagate attribution through each layer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Approximation quality depends on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Potential 10× speedup for supported architectures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Research needed: correctness proofs, failure modes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LLM Explanation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Beyond token-level SHAP: semantic unit attribution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Group tokens into "meaning units" (phrases, clauses)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Hierarchical SHAP: sentence → phrase → word → token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Integration with attention patterns for validation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Requires fundamental rethinking of feature granularity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Interaction-Aware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Shapley interaction index: φᵢⱼ from Owen (1972)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Computational complexity: O(n² × k) additional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Can detect pairwise interactions efficiently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Higher-order interactions (3-way+) remain challenging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Theoretical error bounds for interaction estimation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Formal Error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Goal: prove ||φ̂ - φ||₂ ≤ ε with probability 1-δ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Hoeffding bound: k ≥ (range²/2ε²) × ln(2n/δ)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For ε=0.01, δ=0.05, n=20: k ≈ 300 needed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Tighter bounds possible with variance information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Practical: gives users guaranteed accuracy levels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Ensemble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Run InstaSHAP M times with different random seeds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Average explanations → reduces variance by √M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Disagreement between runs → flag uncertain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Cost: M × t_instashap but still &lt; exact SHAP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🚀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Integration with Other XAI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Phase 2 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Validate InstaSHAP against LIME, gradient-based methods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Agreement → high confidence in explanation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Disagreement → flag for more careful analysis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Meta-explanation: confidence score for each SHAP value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🏁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What you should remember about InstaSHAP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✓ InstaSHAP trades exactness for speed (120× faster)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✓ Pipeline: Input → Perturb → Sample → Predict → Compute → Output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✓ Works well for ML models with independent features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✗ Fails on feature interactions, LLMs, non-linear models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✗ Vulnerable to distribution shift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→ v2 improvements can address most limitations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B82F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InstaSHAP: Fast Explanations for Real-World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