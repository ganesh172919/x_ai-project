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52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D67D2-6932-638D-7D44-827BE0B682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55651B-6813-78EA-5D75-CAC523C81F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80CCB5-7DBE-5117-2AE4-EEB372EB7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2FC9F-1F50-3F2D-CF57-5D738D7ED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DCA3B-5708-5C13-98D4-34812E7D1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379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42BBE-D86B-2170-86A0-CFD896F7E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D5578A-BC94-A2EB-8B12-0717CD0C3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1C06C-CE83-34F9-E26A-9177DB636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EA455-1786-5839-25A3-B595B50B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4CBCA-6665-99E6-6C9D-871F0FEDC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27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F7866-2398-D7C6-A887-F1B6365CD7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37D0A1-09CF-74E4-189E-35177A5C9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F546F7-E2BF-7924-DAFA-F376E3BFB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25A325-F6C0-616E-F4F1-98A479A24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7F105-7DA0-8BFC-BE42-9C95AC1C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93323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94614-6FC0-C9DF-BF5A-E16B84D6E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71B18-9E6A-788A-D503-603337F01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89DE8C-4149-6A37-C8A5-9F61B9DD9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A2C2F4-FEFD-0DB5-C799-BE878FAF4F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3F467-BFD3-D8BA-6254-C2118356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A1BAE-F2A7-0544-D015-092C8B32F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7713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7A5BB-2C75-8220-D90D-8CDB3AFCB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4FB9F5-AD3D-E91B-E2B9-39AA3FBAB7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62C0A-7DDF-BF56-87E5-2E6ED6503F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B9D956-8132-858D-3278-30AB866E43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01F0E2-EC3F-D8F7-1956-5684804313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774C403-8095-3E91-E755-5A9A66E5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7B3419-9046-07EF-E290-DABB7DB0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8C0A1-644E-C20E-A0BE-57992A6B1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5001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B68E2-BACA-E6FE-BD55-D165961A3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C68ADE-9789-0BE0-296F-922AE2170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A52588-BBFA-CC1D-1CF4-619D6A549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32D628-FD5D-173F-8049-4DCEB2E95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3667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E2CC7B-E568-67FF-58B3-5908B731E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C6C0E7-5392-B4EC-69DD-E8AFB26F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066F6-885B-0242-1792-C755F8FF0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5463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0A3D4-060B-ED28-1C3B-705EFE037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6B5F6-4F55-200B-3D86-0AE03CB252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CFD787-282E-BE51-19C6-15AEFEF18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29B109-9FB5-C071-0CDB-03226C1E70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AAD9A-A1B0-D20A-C84C-78B5F9BD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5BA84-61B6-E521-A67B-D656C0B544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127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19CA1-34D1-1289-6A02-5E6B60A0F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8284E5A-9A90-6DE4-AFEB-007506914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B8986-E946-8448-1809-779A1A6024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588336-1F20-8656-8A04-9A57BC14D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67FA9A-A6C9-DF43-B1DF-AA3FFF575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90E59E-0DFA-D56B-AD13-25549E2E4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132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68FE6-E9CC-11C5-7291-3040A042C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6C11BC-28DD-7784-21FD-3A2C400EC6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952906-A5BF-6E4E-3142-4C46D9F4F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ADBC87-5C52-D276-BF91-C2D6751F6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241F77-E6D0-CCDD-5C31-D24735CD1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225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2B4258-44D7-43CE-801B-F8C271E4A9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68C3FF-475A-4233-83D5-D88E551EAD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CC21E-3034-5026-73A0-4844F3C0D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D51C09-4A51-3C30-4464-A036AE7B5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570B8-4874-605A-F1E8-AFF2DC35A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334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21E63A-B274-18E6-B03A-651A5CAB7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019420-EB97-B46E-E278-45ECB8203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F2BC8-89AC-75A4-04D2-3B13310F4F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CE6CF3-E4CB-462A-B457-EF11627FF81E}" type="datetimeFigureOut">
              <a:rPr lang="en-IN" smtClean="0"/>
              <a:t>09-04-2026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B27D1B-1E03-8EE9-C823-EA8C9E35A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E6889-31E5-037B-CFA7-A0741ADAEB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A20F6-9C7D-49DD-ACD2-47A3E63D35C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2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A99451-7E33-AC32-0F26-939C000EA4C3}"/>
              </a:ext>
            </a:extLst>
          </p:cNvPr>
          <p:cNvSpPr txBox="1"/>
          <p:nvPr/>
        </p:nvSpPr>
        <p:spPr>
          <a:xfrm>
            <a:off x="1270000" y="1270000"/>
            <a:ext cx="6350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sz="2800"/>
              <a:t>Test Animation</a:t>
            </a:r>
          </a:p>
        </p:txBody>
      </p:sp>
    </p:spTree>
    <p:extLst>
      <p:ext uri="{BB962C8B-B14F-4D97-AF65-F5344CB8AC3E}">
        <p14:creationId xmlns:p14="http://schemas.microsoft.com/office/powerpoint/2010/main" val="2256322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Jakkireddy Ganesh kumar reddy</dc:creator>
  <cp:lastModifiedBy>Jakkireddy Ganesh kumar reddy</cp:lastModifiedBy>
  <cp:revision>1</cp:revision>
  <dcterms:created xsi:type="dcterms:W3CDTF">2026-04-09T12:17:40Z</dcterms:created>
  <dcterms:modified xsi:type="dcterms:W3CDTF">2026-04-09T12:17:40Z</dcterms:modified>
</cp:coreProperties>
</file>